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Purple City Foundation —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A simple tour of Portals 1–9.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Starting cash in the simulator: $14,800.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Goal: learn markets by making real portfolio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Portal 1 — Enter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Saving = keep money safe for near-term needs.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Investing = grow money over years (accepts ups and downs).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Trading = try to profit from short-term price moves.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Compounding means returns can earn more returns over time.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Inflation can shrink what cash can buy — real return = after inflation.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Portal 2 — Know Your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Before investing, write your rules: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Risk tolerance (how much stress can you handle?)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Risk capacity (what can you afford to lose?)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Time horizon (when do you need the money?)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Liquidity needs (how fast might you need cash?)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This becomes your personal investment mandate.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Portal 3 — Asset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Think of asset classes as different tools: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Stocks = own a slice of a company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Bonds = lend money and get paid interest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ETFs = a basket of many investments in one share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Real estate / businesses / forex / commodities / cash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Build a watchlist across classes — don’t put everything in one idea.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Portal 4 — How Markets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Markets match buyers and sellers.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Bid = what buyers offer; Ask = what sellers want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Market order = buy/sell now (speed)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• Limit order = only at your price (control)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Costs matter: spread, commissions, slippage.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Practice placing a careful first simulated trade.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Portal 5 — Reading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Charts show what price did — not why an asset is valuable.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Market cap ≈ share price × shares outstanding.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Indices (like S&amp;P 500) are scoreboards for groups of stocks.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Watch volume (activity), volatility (how wild prices move),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and sentiment (mood) — then still check fundamentals.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Portal 6 — Research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Good research starts with: “What do I need to know?”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Prefer primary evidence (filings, official data) over hype.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Credibility check: authority, evidence, timeliness, incentives.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Keep a research log so decisions are based on facts, not FOMO.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Portal 7 — Build Your First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Position size = dollars in one idea.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Weight = that idea as a % of the whole portfolio.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Diversify across different risks — not just many tickers.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Cash is a real choice: safety and optionality, but may lag inflation.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Deploy part of the $14,800 with a clear 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Portal 8 — Investment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Every holding needs an action language: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BUY · ADD · HOLD · TRIM · EXIT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Write why before you click.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Opportunity cost = what else that money could do.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Good process beats lucky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Portal 9 — Purple City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Review your foundations: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objectives, watchlist, first trades, research quality,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starting allocation, and decision journal.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Defend what you own. Fix weak spots. Rebalance if needed.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Then you’re ready for Blue City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B84A"/>
                </a:solidFill>
              </a:defRPr>
            </a:pPr>
            <a:r>
              <a:t>How to use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Read one portal slide, then open the matching map portal.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Answer the five multiple-choice challenges.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Download the full Purple City Foundation Notes PDF</a:t>
            </a:r>
          </a:p>
          <a:p>
            <a:pPr>
              <a:spcAft>
                <a:spcPts val="800"/>
              </a:spcAft>
              <a:defRPr sz="2000">
                <a:solidFill>
                  <a:srgbClr val="E6F0EB"/>
                </a:solidFill>
              </a:defRPr>
            </a:pPr>
            <a:r>
              <a:t>from the Coral Ledger Bay Library for deeper examples.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