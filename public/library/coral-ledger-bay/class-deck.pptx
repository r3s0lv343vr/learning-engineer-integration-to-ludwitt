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</Types>
</file>

<file path=_rels/.rels><?xml version="1.0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>
  <p:sldIdLst/>
  <!-- Coral Ledger Bay class deck -->
</p:presentation>
</file>