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</Types>
</file>

<file path=_rels/.rels><?xml version="1.0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IdLst/>
  <!-- Signal Quay class deck -->
</p:presentation>
</file>